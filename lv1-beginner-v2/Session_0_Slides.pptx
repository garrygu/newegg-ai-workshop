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0" y="4572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>
                <a:solidFill>
                  <a:srgbClr val="FFFFFF"/>
                </a:solidFill>
              </a:rPr>
              <a:t>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0D4FF"/>
                </a:solidFill>
              </a:rPr>
              <a:t>Session 0: Setup &amp; AI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CCCCFF"/>
                </a:solidFill>
              </a:rPr>
              <a:t>Welcome to the Newegg AI Workshop! 🚀
Today: Python basics • AI types • Key concepts • Ethics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30936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88"/>
                </a:solidFill>
              </a:rPr>
              <a:t>🎓 Newegg YouthAI Workshop  •  Session 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D4FF"/>
                </a:solidFill>
              </a:rPr>
              <a:t>What We'll Cover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📚  Part 1 — Getting Started with Jupyter Notebooks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10512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🐍  Part 2 — Python Basics (variables, loops, functions)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15184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🌐  Part 3 — The 2025 AI Landscape (3 types of AI)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19856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🧠  Part 4 — Core AI Concepts (training vs inference)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24528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⚖️  Part 5 — AI Ethics &amp; Responsible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29200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🎯  Part 6 — Quiz + Challenge!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</a:rPr>
              <a:t>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C63FF"/>
                </a:solidFill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Getting Started with Jupyter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</a:rPr>
              <a:t>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6C63FF"/>
                </a:solidFill>
              </a:rPr>
              <a:t>What is a Jupyter Notebook?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📄  Interactive document where you write AND run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10512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🧱  Made of CELLS — each cell is a block of code or 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15184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▶️  Run a cell: press  Shift + 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19856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💡  See results instantly — great for experimenting!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24528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🌐  Works in your browser — no special software needed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D600"/>
                </a:solidFill>
              </a:rPr>
              <a:t>Your First Line of Python! 🎉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11430000" cy="4389120"/>
          </a:xfrm>
          <a:prstGeom prst="rect">
            <a:avLst/>
          </a:prstGeom>
          <a:solidFill>
            <a:srgbClr val="1A1A2E"/>
          </a:solidFill>
          <a:ln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00E676"/>
                </a:solidFill>
                <a:latin typeface="Courier New"/>
              </a:rPr>
              <a:t>print("🎉 Hello AI World! Welcome to the future!")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577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CCCFF"/>
                </a:solidFill>
              </a:rPr>
              <a:t>💡 Try it! Type this in a cell and press Shift + Enter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</a:rPr>
              <a:t>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C63FF"/>
                </a:solidFill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Python Basics for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D4FF"/>
                </a:solidFill>
              </a:rPr>
              <a:t>Variables — Storing Information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914400"/>
            <a:ext cx="45720" cy="530352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C63FF"/>
                </a:solidFill>
              </a:rPr>
              <a:t>📦 What is a Variable?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🏷️  A named container that holds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402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🔢  name = "AI Student"   (text)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0175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🔢  age = 16               (number)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7947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✅  is_excited = True      (yes/no)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9144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E676"/>
                </a:solidFill>
              </a:rPr>
              <a:t>🗂️ Why Do We Need Them?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4630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🤖  Store things AI needs to remember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2402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🔄  Reuse values without retyping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0175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📊  Feed data into AI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7947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💡  Think: labeled sticky notes 🗒️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D4FF"/>
                </a:solidFill>
              </a:rPr>
              <a:t>Lists &amp; Loops — Doing Things Repeatedly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914400"/>
            <a:ext cx="45720" cy="530352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D4FF"/>
                </a:solidFill>
              </a:rPr>
              <a:t>📋 Lists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📦  Hold multiple items at once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402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🛠️  ai_tools = ["ChatGPT", "DALL-E"]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0175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🔢  Access by position: ai_tools[0]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7947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📏  len(ai_tools) → how many items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9144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D600"/>
                </a:solidFill>
              </a:rPr>
              <a:t>🔄 Loops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4630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🔁  Repeat an action automatically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2402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🏋️  AI trains by looping over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0175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💻  for tool in ai_tools: print(tool)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7947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💡  Think: a machine assembly line 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D600"/>
                </a:solidFill>
              </a:rPr>
              <a:t>Functions — Reusable Blocks of Code 🔧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11430000" cy="4389120"/>
          </a:xfrm>
          <a:prstGeom prst="rect">
            <a:avLst/>
          </a:prstGeom>
          <a:solidFill>
            <a:srgbClr val="1A1A2E"/>
          </a:solidFill>
          <a:ln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00E676"/>
                </a:solidFill>
                <a:latin typeface="Courier New"/>
              </a:rPr>
              <a:t>def greet_student(name, favorite_ai):
    return f"👋 Welcome, {name}! You love {favorite_ai}!"
# Call the function
print(greet_student("Alex", "ChatGPT"))
# OUTPUT:  👋 Welcome, Alex! You love ChatGPT!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577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CCCFF"/>
                </a:solidFill>
              </a:rPr>
              <a:t>💡 Functions = recipes 📖 — write once, use many times!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D600"/>
                </a:solidFill>
              </a:rPr>
              <a:t>Conditionals — Making Decisions (like AI does!) 🤔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11430000" cy="4389120"/>
          </a:xfrm>
          <a:prstGeom prst="rect">
            <a:avLst/>
          </a:prstGeom>
          <a:solidFill>
            <a:srgbClr val="1A1A2E"/>
          </a:solidFill>
          <a:ln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00E676"/>
                </a:solidFill>
                <a:latin typeface="Courier New"/>
              </a:rPr>
              <a:t>confidence = 0.85   # AI's certainty level (0 to 1)
if confidence &gt; 0.9:
    print("🎯 AI is very confident!")
elif confidence &gt; 0.7:
    print("👍 AI is fairly confident.")
else:
    print("❓ AI is guessing.")
# OUTPUT:  👍 AI is fairly confident.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577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CCCFF"/>
                </a:solidFill>
              </a:rPr>
              <a:t>💡 AI uses math like this millions of times per second!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C63FF"/>
                </a:solidFill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The 2025 AI Landscape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D4FF"/>
                </a:solidFill>
              </a:rPr>
              <a:t>Three Types of Modern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🎨  GENERATIVE — Creates NEW content   →  ChatGPT, DALL-E, Stable Diffusion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10512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🔮  PREDICTIVE — Makes predictions from data  →  Weather AI, spam filters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15184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🤖  AGENTIC    — Takes ACTIONS on its own  →  Self-driving cars, coding agents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D4FF"/>
                </a:solidFill>
              </a:rPr>
              <a:t>Generative AI — The Creator 🎨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914400"/>
            <a:ext cx="45720" cy="530352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C63FF"/>
                </a:solidFill>
              </a:rPr>
              <a:t>✅ What it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📝  Writes stories, code, essays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402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🖼️  Generates images from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0175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🎵  Composes music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7947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🎬  Creates videos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9144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D4FF"/>
                </a:solidFill>
              </a:rPr>
              <a:t>🛠️ Tools you'll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4630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🤖  ChatGPT / Gemini (Session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2402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🎨  Stable Diffusion (Session 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0175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💬  Hugging Face (Session 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7947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💡  "Create something from nothing"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D4FF"/>
                </a:solidFill>
              </a:rPr>
              <a:t>Predictive &amp; Agentic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914400"/>
            <a:ext cx="45720" cy="530352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E676"/>
                </a:solidFill>
              </a:rPr>
              <a:t>🔮 Predictive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☀️  Predicts weather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402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📧  Detects spam emails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0175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🏷️  Classifies images (Session 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7947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💡  "What will happen next?"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9144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D600"/>
                </a:solidFill>
              </a:rPr>
              <a:t>🤖 Agentic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4630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🚗  Self-driving cars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2402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💻  Coding agents (like Cursor)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0175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🎮  Our AI Game! (Session 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7947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💡  "Do something on my behalf"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D600"/>
                </a:solidFill>
              </a:rPr>
              <a:t>AI Tools We'll Build With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🧠  Session 1 — ChatGPT / Gemini API  →  Build your own AI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10512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🎨  Session 2 — Stable Diffusion  →  Generate AI artwork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15184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🔍  Session 3 — PyTorch + CIFAR-10  →  Train an image classifier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19856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💬  Session 4 — Hugging Face + Whisper  →  Sentiment chatbot + 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24528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🎮  Session 5 — All together  →  Build an AI guessing game!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C63FF"/>
                </a:solidFill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Core AI Concepts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D4FF"/>
                </a:solidFill>
              </a:rPr>
              <a:t>The AI Learning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📊  DATA     →  Collection of examples  (1,000 cat &amp; dog photos)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10512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🏋️  TRAINING →  AI studies the data and finds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15184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🧠  MODEL    →  The 'brain' that stores what was learned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19856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🔮  INFERENCE →  Use the model to make predictions on new data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D4FF"/>
                </a:solidFill>
              </a:rPr>
              <a:t>Training vs Inference — Study vs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914400"/>
            <a:ext cx="45720" cy="530352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C63FF"/>
                </a:solidFill>
              </a:rPr>
              <a:t>📚 Training  (Studying)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🖼️  Feed AI thousands of images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402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🔁  AI looks for patterns in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0175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⏱️  Takes hours or days to complete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7947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💻  Needs a powerful GPU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9144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E676"/>
                </a:solidFill>
              </a:rPr>
              <a:t>📝 Inference  (Test Day!)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4630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🆕  Give AI a NEW image it's never seen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2402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⚡  AI answers in milliseconds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0175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☁️  Can run in the cloud cheaply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7947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✅  This is what we do in class!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</a:rPr>
              <a:t>⚖️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C63FF"/>
                </a:solidFill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AI Ethics &amp; Responsible Use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6633"/>
                </a:solidFill>
              </a:rPr>
              <a:t>Things That Can Go Wrong with AI ⚠️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😤  BIAS — AI reflects unfair human patterns in its training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10512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🤥  HALLUCINATIONS — AI confidently makes up false information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15184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🔒  PRIVACY — AI can be trained on your data without permission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19856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🎭  DEEPFAKES — Realistic fake videos/images of real people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24528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💼  JOB IMPACT — Some jobs may be affected by automation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E676"/>
                </a:solidFill>
              </a:rPr>
              <a:t>How to Use AI Responsibly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🔍  Always VERIFY — don't trust AI output blindly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10512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🚫  Never use AI to harm, cheat, or deceive others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15184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📜  Respect copyright — don't steal content with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19856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🤝  Be TRANSPARENT — tell people when you used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24528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💭  Think about the impact on others before you post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C63FF"/>
                </a:solidFill>
              </a:rPr>
              <a:t>QUIZ TIME!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Test Your Knowledge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D4FF"/>
                </a:solidFill>
              </a:rPr>
              <a:t>Quick Quiz — Can You Answer These?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914400"/>
            <a:ext cx="45720" cy="530352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D4FF"/>
                </a:solidFill>
              </a:rPr>
              <a:t>❓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1️⃣  What AI type CREATES new content?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402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2️⃣  Taking the test = Training or Inference?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0175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3️⃣  When AI makes up false info it's called...?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7947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4️⃣  What key runs a Jupyter cell?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9144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E676"/>
                </a:solidFill>
              </a:rPr>
              <a:t>✅ Answers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4630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🎨  Generative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2402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📝  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0175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🤥  Hallucination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7947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⌨️  Shift + Enter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</a:rPr>
              <a:t>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D600"/>
                </a:solidFill>
              </a:rPr>
              <a:t>What You Learned Today 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✅  Jupyter Notebooks — how to write and run code interactively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10512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✅  Python basics — variables, loops, functions, if/else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15184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✅  3 types of AI — Generative, Predictive, Agentic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19856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✅  AI pipeline — Data → Training → Model → Inference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24528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✅  AI ethics — bias, hallucinations, responsible use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</a:rPr>
              <a:t>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D4FF"/>
                </a:solidFill>
              </a:rPr>
              <a:t>Coming Up Next — Session 1 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🧠  How ChatGPT and Large Language Models actually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10512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✍️  Prompt engineering — zero-shot, few-shot, chain-of-thought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15184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🐍  Call the OpenAI API from Python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19856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🤖  Build your very own AI assistant!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24528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📖  Pre-read: 'How ChatGPT Works' on YouTube (Computerphile)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